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STYLE_DICTIONARY | Category: DESIGN_TOOLS</a:t>
            </a:r>
          </a:p>
          <a:p>
            <a:r>
              <a:rPr sz="1400"/>
              <a:t>Upstream: https://github.com/nicolo-ribaudo/style-dictionary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STYLE_DICTIONARY.</a:t>
            </a:r>
          </a:p>
          <a:p>
            <a:r>
              <a:rPr sz="1400"/>
              <a:t>Design token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STYLE_DICTIONARY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